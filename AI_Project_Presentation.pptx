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29150"/>
            <a:ext cx="9144000" cy="5143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345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MERIDIAN ADVISORS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78345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91440" cy="1828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Meridian AI 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Advisors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real estate advisors spend excessive time on repetitive tasks.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standard emails and deal memos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through past interactions for precedent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presentations to strict brand standards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An AI co-pilot embedded directly into the firm's M365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Foundation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pic>
        <p:nvPicPr>
          <p:cNvPr id="4" name="Image 0" descr="C:\Users\loren\Workspace\portfolio\m365-claude-integration\public\screenshot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64592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secure, LLM-agnostic architecture integrated with Microsoft 365.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Single Sign-On (SSO) for 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 API integration for Word and Outlook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Agnostic Router: Swap between Claude 3.5 Sonnet and OpenAI instantly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Version-controlled, locked system prompt to ensure professional tone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The Memory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pic>
        <p:nvPicPr>
          <p:cNvPr id="4" name="Image 0" descr="C:\Users\loren\Workspace\portfolio\m365-claude-integration\public\screenshots\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64592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 isolated AI chats into a shared organizational brain.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Logging: All AI chats automatically saved to Cosmos DB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Vectorization: Content embedded using OpenAI text-embedding-3-small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(RAG): Azure AI Search retrieves past knowledge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AI gets smarter and learns firm conventions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Production Lock-in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capabilities while locking down security and brand identity.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M365: Automated generation of PowerPoint decks and Excel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Output: Hardcoded firm templates (colors, fonts, logos) into exports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(RBAC): Admin panels restricted via JWT claims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Prevention (DLP): Strict guardrails against hallucinating or leaking PII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pic>
        <p:nvPicPr>
          <p:cNvPr id="4" name="Image 0" descr="C:\Users\loren\Workspace\portfolio\m365-claude-integration\public\screenshots\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64592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modern, enterprise-grade cloud technologies.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Next.js 15, React 19, Tailwind CSS 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Edge runtime, Azure AI Search, Cosmos DB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Microsoft Entra ID (OBO flow), strict CORS, RBAC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Fully automated deployment via Azure Bicep templates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full architecture and implementation details on GitHub: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https://github.com/lorenzouriel/m365-ai-ecosystem.git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Meridian Advisors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AI Platform</dc:title>
  <dc:subject>Meridian AI Platform</dc:subject>
  <dc:creator>Meridian Advisors</dc:creator>
  <cp:lastModifiedBy>Meridian Advisors</cp:lastModifiedBy>
  <cp:revision>1</cp:revision>
  <dcterms:created xsi:type="dcterms:W3CDTF">2026-05-09T03:36:15Z</dcterms:created>
  <dcterms:modified xsi:type="dcterms:W3CDTF">2026-05-09T03:36:15Z</dcterms:modified>
</cp:coreProperties>
</file>